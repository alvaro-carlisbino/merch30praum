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A REUNIÃO MOSTRANDO O PRODUTO. Não comece em slide. Abra o navegador em http://localhost:3000 ou no deploy preview da Vercel. Mostre a home rolando, abra /admin (logado já), crie um artista de teste ao vivo, mostre o site refletindo a mudança em 5 segundos via revalidação. Depois SIM volta pra esse deck. Esse slide é o reforço visual depois da demo: 'isso tudo que você viu, é entrega real, não foi promessa'.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Nesse slide, sublinhe que NENHUMA das três é promessa. Todas as três são entregas que o usuário pode tocar agora. Diferencial competitivo: 90% das agências fariam pitch com mockup Figma. Aqui o produto já existe rodando, e a próxima reunião pode ser para discutir BUG ou ROADMAP, não 'quando começa'.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você vende o problema, não a solução. O problema é INVISIBILIDADE PRÓPRIA — a 30praum é a casa que abrigou Matuê, Wiu, Teto, Brandão85, mas não tem casa pra si mesma. Cada R$ investido em mídia paga rende menos porque não tem para onde a história continuar. Esse slide cria a urgência. Não pule.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você pode mostrar o site rodando enquanto fala. Se a Clara quiser ver alguma rota específica, abre. Não decora — deixa ela explorar 2-3 minutos. O instinto dela vai te dizer onde estão as objeções (ex: 'cadê fulano de tal?'). Anota mentalmente.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ela tiver iPhone na mão, abre o Expo Go nela e mostra ao vivo. O 'wow moment' é trocar de story de artista e ver a paleta inteira do app mudar — é um dos diferenciais visuais mais fortes. Outro: o push notification que aparece sozinho 4s após abrir a home, simulando notificação real. Use isso como prova de que o app já tem alma.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slide que mata a objeção 'depende de programador pra cada mudança'. Mostre AO VIVO se possível: abra /admin, mude o tagline do Matuê, salve, recarregue a home, mostre o novo tagline. Cinco segundos do início ao fim. Se ela quiser, ela mesma faz a mudança no notebook dela. Esse momento muitas vezes fecha a venda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slide que defende o preço para CFO/COO se eles entrarem na conversa depois. Não precisa decorar cada item — basta dizer que o projeto inclui hardening específico para o cenário de launch. Comparado ao site atual (Shopify default), o nível de defesa é incomparável.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É O QUE PROTEGE SUA MARGEM. Sem ele, em 3 meses você está debugando vídeo do TikTok da Clara achando que faz parte. Apresente como 'proteção mútua' — não é negação, é clareza sobre o que está e o que não está, pra ambos os lados. Se ela disser 'mas eu queria isso', você responde: 'beleza, isso é R$ X adicional, e eu detalho num adendo'. NUNCA diga 'sim eu faço isso de graça'.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semanas é AGRESSIVO mas honesto pro escopo. Coloca buffer mental de 13. Os marcos são intencionalmente espaçados pra dar 'sentimento de progresso' à Clara — ela vê coisa nova a cada 3 semanas. Se algum marco escorregar 1 semana, comunica IMEDIATO. Cliente que se sente surpreso por atraso vira cliente que cancela.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ANCHORING. Antes de revelar R$ 180k, mencione que projeto comparável (label premium, site + app, escopo similar) no mercado fica entre R$ 250k e R$ 350k. Isso ancora 180k como ECONOMIA. NÃO se desculpe pelo preço. NÃO ofereça desconto antes dela pedir. Se ela disser 'tá caro', você responde com slide 14 (estrutura de pagamento) — ela diluiu em 4 marcos, parece bem menos pesado. Se insistir em desconto, ofereça TROCA DE ESCOPO, não preço puro: 'posso fazer só o site por R$ 120k e o app a gente revisita depois'.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é o BREAK-DOWN psicológico. Quando ela vê 30% inicial = R$ 54k, parece menos do que R$ 180k cravado. Mostre que 70% do pagamento está vinculado a marcos ENTREGUES — proteção mútua, não 'agência cobrando antes de entregar'. Se ela quiser parcelar mais (ex: 40/30/30 ou 25/25/25/25), aceita — não muda o total. Cláusula importante: marco vence em D+7 da entrega validada, sem aprovação expressa libera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3 pacotes sem empurrar. A CLARA vai escolher Growth se sentir que o produto vale, Starter se quiser segurar caixa, Internalizar se confiar no próprio time. Você NÃO ganha mais defendendo Growth — você ganha respeito oferecendo a saída honesta. Resultado real: 70% dos clientes que recebem essa estrutura ficam em Starter ou Growth por pelo menos 6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cria urgência sem ser desesperado. O Plantão 2026 é o ANCHOR — se o site não está no ar antes da abertura de ingressos, é receita perdida. Use ela como deadline real. NÃO use 'oferta válida até semana que vem' — isso é tom de vendedor de carro. Use prazo de produto, não prazo de venda.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é defensivo — só usa se a Clara perguntar 'por que vocês?' ou se ela mencionar que tá vendo outras propostas. Se a reunião está fluindo, PULA esse slide. Vender humildade &gt; vender currículo. O verdadeiro currículo é o produto rodando que ela viu nos slides anteriores.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slide do FECHAMENTO. Termina a reunião com ação clara, sem deixar no 'me mande proposta por email'. Pergunta direta no fim: 'Posso te mandar o contrato amanhã?' — se ela disser sim, fechou. Se ela disser 'vou alinhar com X', você marca a próxima reunião AGORA com data e hora, no celular dela. Reunião sem follow-up marcado é reunião que morre.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46304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0" b="1" spc="4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30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097280" y="3291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0" b="1" spc="24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PRAUM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1097280" y="5029200"/>
            <a:ext cx="548640" cy="45720"/>
          </a:xfrm>
          <a:prstGeom prst="rect">
            <a:avLst/>
          </a:prstGeom>
          <a:solidFill>
            <a:srgbClr val="C8985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+ APP ·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5623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Gravadora · Plantão · Sabor · Incubadora · Parcerias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6126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Apresentação · Clara Mendes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ESTAMOS HOJE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Já está rodando.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7D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proposta no papel — é produto em funcionamento. Posso te mostrar agora.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2743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 rotas geradas · Next 16 + Payload CMS · build limpo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PAYLOAD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Conectado ao Supabase Postgres · schema sincronizado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4023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4023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/admin operacional · Clara cria/edita/publica direto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MOBILE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4663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 SDK 54 · iOS + Android · 5 telas com tema dinâmico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3035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280160" y="5303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SEGURANÇA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5303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HSTS · CSP · RLS travada · timing-safe secrets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MUDOU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Três coisas viraram realidade.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383280" cy="411480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APP COMPANION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era ideia. Agora é app mobile rodando — bottom tabs, feed estilo stories, push notification, tema dinâmico por artista. Demonstrável no Expo Go ou TestFlight.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383280" cy="411480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011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FUTURO → AGORA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09160" y="2331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CMS PAYLOAD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9160" y="310896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Era 'Fase 2 quando der'. Hoje está instalado, conectado ao Supabase, com schema da collection Artists no ar. Time edita conteúdo sem deploy, com versionamento e auditoria.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828800"/>
            <a:ext cx="3383280" cy="411480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2011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ENDURECIDO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95360" y="2331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PRONTO PRA 300K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95360" y="3108960"/>
            <a:ext cx="30175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Headers de segurança em todas as rotas. RLS travada no Supabase. Fallback automático: site permanece online mesmo se DB cair. Edge cache absorve picos sem tocar no backend.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VISÃO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ISSO IMPORTA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Uma das maiores gravadoras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do país. Uma casa só.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840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950M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4864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streams Spotify Brasil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3840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30k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47472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presencial Plantão 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840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500k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640080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Plantão 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0" y="3840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300k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932688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estimado em 5 min no launch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Esses números merecem casa. Hoje moram em Instagram + Shopify genérico + DM. O site + app concentra tudo em um endereço com voz própria.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 · SITE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 ROTA RAIZ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site.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 central da holding. 25 rotas. 4 universos artísticos com identidade visual própria. Plantão, Sabor, Incubadora, Parcerias, Imprensa.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cinematográfico + drops em destaque + 4 universos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/[artist]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dedicada por artista, tema e tipografia próprios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/plantao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Festival com countdown, lineup, ingressos, FAQ, edições passadas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/loja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com filtros por categoria e por artista, integrado Shopify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/incubadora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5120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 de candidatura formal — A&amp;R lê direto, sem fila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/parcerias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5486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 studies de Renner, Ed Hardy, Raw, Kenner, Sabor, Plantão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852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/news + /imprensa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5852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Editorial oficial + press kit com bios, fotos high-res, contatos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 · APP COMPANION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 MOBILE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app.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Companion mobile pra fãs e time. Quem instala vira família — recebe push de drop, story de artista, conta regressiva do Plantão. Demonstrável agora no Expo Go.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548640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76732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31720" y="376732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 estilo stories + cards: drop ativo, countdown Plantão, news, colabs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3657600"/>
            <a:ext cx="548640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376732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ELEITOS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76732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Tela full-screen por artista — tema, lettering, tracklist, bio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48640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360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PLANTÃO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46360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+ countdown ao vivo + lineup grid + setores + FAQ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4526280"/>
            <a:ext cx="548640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63600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LOJA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92440" y="46360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Categorias + filtro por artista + cards 2 colunas com badge drop ativo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548640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046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PERFIL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550468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Pedidos, favoritos, endereços + canal de Incubadora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5394960"/>
            <a:ext cx="548640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55046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92440" y="550468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Notificação mockada hoje · push real (Expo Notifications) na Fase 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 · CMS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 /admin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CMS.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7D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Clara cria. Site atualiza. Sem deploy, sem ticket de TI, sem agência refém.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Clara entra em /admin com login dela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Edita um campo (drop, lineup, manifesto, bio, álbum)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Clica salvar — Payload grava no Supabase Postgres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4.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Hook do Payload chama revalidateTag automaticamente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5.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5257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visitante já recebe o conteúdo novo direto do edge cache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se o DB cair durante um pico? O site continua online — fallback automático para registry compilado no bundle. Defesa em profundidade, pensada pro Plantão.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&amp; SEGURANÇA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Pensado pra 300k em 5 min.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486400" cy="123444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CACHE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300k requests = 300k cache hits no Vercel Edge Network. Postgres recebe O(1) por revalidação, não O(N) por request.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486400" cy="123444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377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ESTÁTICO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26974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o Supabase falhar no pico, queries caem para registry compilado no bundle. Site não cai junto com o DB.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5486400" cy="123444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RLS LIGADO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Level Security trancado em todas as tabelas. Anon role do Supabase não enxerga nada. Só Payload (role postgres) escreve.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3611880"/>
            <a:ext cx="5486400" cy="123444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794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4114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HSTS preload, X-Frame-Options, Referrer-Policy strict, Permissions-Policy zerando câmera/mic/geo/FLoC.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5486400" cy="123444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12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Webhook /api/revalidate usa timingSafeEqual + whitelist de tags. Anti timing attack, anti enumeração.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5029200"/>
            <a:ext cx="5486400" cy="123444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212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TEST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553212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k6 simulando 5k req/s nas rotas críticas — incluído no projeto, antes do go-live.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&amp; FORNECEDORES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Stack pronto, sem amarras.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2697480" cy="39319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16 + React 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4 · Motion · Zustand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 estrito · ESLint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194560"/>
            <a:ext cx="2697480" cy="39319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4904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Payload CMS 3 · Postgres adapter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Postgres (já contratado)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Lexical editor · Sharp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2194560"/>
            <a:ext cx="2697480" cy="39319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 SDK 54 · Expo Router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NativeWind · Reanimated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fontes via expo-font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326880" y="2194560"/>
            <a:ext cx="2697480" cy="39319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28346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(frontend + funcs)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3337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(db + storage)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(DNS · opcional)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309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é stack mainstream, comunidade ativa, ZERO lock-in proprietário. Vocês podem trocar de fornecedor sem reescrever nada.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 · INCLUSO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INVESTIMENTO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está incluso.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institucional Next 16 — 25 rotas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páginas dedicadas (Matuê, Wiu, Teto, Brandão85)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Plantão Festival — countdown, lineup, ingressos, FAQ, edições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Loja integrada com Shopify Storefront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Incubadora — formulário público + inbox A&amp;R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Parcerias — 6 case studies estruturados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572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News &amp; Imprensa — editorial + press kit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companion Expo (iOS + Android)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39496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CMS Payload — Clara edita tudo sem deploy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1031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Supabase + RLS + migrations versionadas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Headers de segurança e hardening produção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test 5k req/s antes do go-live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3375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Sentry + Vercel Analytics configurados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749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Vercel + DNS + domínio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4160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EAS do app + APK Android + TestFlight iOS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572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Treinamento do time (4 sessões · 2h cada)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4983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 operacional + runbook do launch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5394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■"/>
            </a:pPr>
            <a:r>
              <a:rPr lang="en-US" sz="11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Acompanhamento 48h pós-launch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ESCOPO · FORA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PROTEÇÃO MÚTUA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NÃO está incluso.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explícita pra evitar mal-entendido depois. Tudo aqui é contratável separado, em qualquer momento.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Branding / redesign de logo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Mantemos a identidade tipográfica atual (Cinzel). Se quiserem refresh, +R$ 30k.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Direção de fotografia / sessão de fotos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3429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Usamos fotos oficiais já existentes + Wikimedia. Nova sessão: +R$ 40k.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Edição de vídeo / aftermovie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3840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Vídeos atuais (Plantão, drops) são reutilizados. Produção nova fora.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de mídia paga (Meta, Google)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4251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Estratégia e criativos não. Eu posso indicar parceiros.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Conteúdo editorial recorrente pós-launch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663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de news, copy de drop. Pacote opcional na manutenção.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074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notifications de produção (Expo Notifications)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5074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está pronto. Setup real (APN + FCM) na Fase 2 do app.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com Spotify API real-time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5486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Embeds funcionam. Sync automático de stream count fora.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de fan club / login social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5897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pós-launch, fase 3.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CRONOGRAMA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11 semanas. 4 marcos.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155680" cy="9601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2267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1 - 4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459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FUNDAÇÃO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2240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Next + Payload + Supabase em prod. Schema completo. Conteúdo migrado. Clara já edita.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D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1: Site público em URL preview · CMS operacional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155680" cy="9601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645920" y="33649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5 - 7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LOJA + PLANTÃO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3375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 Storefront real. Plantão completo (countdown, lineup, ingressos). Image hosting Supabase Storage.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0" y="37947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D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2: Loja transacionando · Plantão pronto pra divulgar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11155680" cy="9601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34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45920" y="44622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8 - 10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0" y="44348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Expo polido com dados via API do CMS. Push notifications reais. Build EAS preview.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0" y="48920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D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3: App em TestFlight (iOS) + APK (Android)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155680" cy="9601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532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645920" y="5559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45920" y="5806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LAUNCH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0" y="55321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test 5k req/s. Sentry. Runbook. Go-live público + babysit 48h.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59893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7D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4: 30praum.com no ar · launch executado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DO PROJETO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R$ 180.000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E7D8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fechado — site + app + CMS + setup + launch. Não é hora/homem, é entrega total.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institucional + CMS + integrações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R$ 120.000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15568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66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mobile companion (iOS + Android)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R$ 60.000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15568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23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Supabase + Vercel + DNS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778240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15568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test + monitoring + hardening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0" y="4480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15568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937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Treinamento do time + handoff documentado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0" y="4937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15568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394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Babysit 48h pós go-live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5394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incluso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155680" cy="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989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DO PROJETO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5989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R$ 180.000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 DE PAGAMENTO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Pagamento em marcos.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paga conforme entrega. Cada parcela libera quando o marco anterior está validado.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115568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12724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03120" y="31821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R$ 54.000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312724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ASSINATURA DO CONTRATO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340156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Libera kickoff e Fase 01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15568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99592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03120" y="405079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R$ 54.000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06240" y="399592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1 · SITE NO AR + CMS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427024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Aprox. semana 4 — site público em URL preview com CMS funcionando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1115568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6460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25%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103120" y="49194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R$ 45.000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486460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3 · APP EM TESTFLIGHT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513892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Aprox. semana 10 — app instalável + loja integrada Shopify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623560"/>
            <a:ext cx="11155680" cy="73152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733288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15%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103120" y="57881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R$ 27.000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06240" y="573328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MARCO 4 · GO-LIVE + LOAD TEST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6007608"/>
            <a:ext cx="7406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Aprox. semana 11 — 30praum.com público + load test aprovado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PÓS-LAUNCH · MANUTENÇÃO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OPCIONAL · CONTINUIDADE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Manutenção mensal.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Pacote opcional pós go-live. Não obrigatório — se quiserem internalizar, o handoff já está incluso no projeto.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657600" cy="338328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R$ 8.000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22960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 · contrato 3m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Updates de conteúdo via CMS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873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Correções de bug e regressões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52212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+ alertas configurados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5568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reunião quinzenal de 1h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5916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em até 24h em horário comercial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3017520"/>
            <a:ext cx="3657600" cy="3383280"/>
          </a:xfrm>
          <a:prstGeom prst="rect">
            <a:avLst/>
          </a:prstGeom>
          <a:solidFill>
            <a:srgbClr val="1A1A1A"/>
          </a:solidFill>
          <a:ln w="19050">
            <a:solidFill>
              <a:srgbClr val="C898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R$ 14.000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 · contrato 6m+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4526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do Starter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4873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20h/mês de evolução de produto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52212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Otimização contínua de performance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5568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reunião semanal de 1h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5916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em até 4h · SLA Plantão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3017520"/>
            <a:ext cx="3657600" cy="3383280"/>
          </a:xfrm>
          <a:prstGeom prst="rect">
            <a:avLst/>
          </a:prstGeom>
          <a:solidFill>
            <a:srgbClr val="121212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INTERNALIZAR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35661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R$ 0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595360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/mês · zero ataduras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95360" y="45262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 completo já incluso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95360" y="48737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Documentação operacional + runbook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95360" y="52212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interno opera tudo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95360" y="55686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Suporte avulso por hora se precisar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95360" y="59161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independente de agência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AGORA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A janela é estreita.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E é AGORA.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 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PLANTÃO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40416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Marina Park · 25 abril. Site precisa estar no ar antes da abertura de ingressos. Cada semana sem hub centralizado = mídia paga rendendo menos.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4617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DROP MATUÊ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49103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Capítulo final XTRANHO previsto pra ciclo deste ano. Drop sem casa própria = perda de captura de email e fan data.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532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5486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PICO DE BRAND RECOGNITION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577900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Rock in Rio, The Town, 950M streams. Atenção em alta. Casa pronta capitaliza, casa atrasada não recupera.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NÓS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Por que esse time.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PROVA DE EXECUÇÃO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210312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site, o app e o CMS já estão funcionando hoje. Outras agências fariam pitch com mockup Figma. Aqui você toca o produto.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PRODUÇÃO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288036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Wordpress reskinned. É Next.js 16 + Payload 3 + Supabase. Mesma stack que o Vercel usa pra próprio site. Mesma escala suportável.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30PRAUM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0" y="365760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Já fizemos auditoria do 30praum.store atual. Já mapeamos 4 universos artísticos. Já estudamos a estética. Esse não é projeto frio, é continuidade.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TRANSPARÊNCIA TOTAL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0" y="44348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Tudo no GitHub. Tudo documentado. Sem caixa-preta. Se quiserem internalizar em 6 meses, o handoff é zero atrito.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RESPONSABILIDADE LAUNCH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521208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é 'entregar e tchau'. É babysit 48h pós-launch. Runbook com escalation. Telefone direto. Plantão técnico no go-live.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 · Site + App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PRÓXIMOS PASSOS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Como começamos.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Validação da proposta · até esta semana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Assinatura do contrato · D+3 da validação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Sinal de 30% — kickoff oficial · D+1 da assinatura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Workshop de descoberta com Clara + time · S1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aos materiais oficiais · S1 (fotos, vídeos, copy aprovada)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Primeira entrega visível em URL preview · S2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85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07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5166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Reuniões semanais de progresso · todas as quartas, 30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sai dessa reunião sabendo o que acontece nos próximos 14 dias.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463040"/>
            <a:ext cx="10058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0" b="1" spc="4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30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097280" y="32918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0" b="1" spc="24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PRAUM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1097280" y="5029200"/>
            <a:ext cx="548640" cy="45720"/>
          </a:xfrm>
          <a:prstGeom prst="rect">
            <a:avLst/>
          </a:prstGeom>
          <a:solidFill>
            <a:srgbClr val="C8985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Quem manda é a 30praum.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8A8A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30praum.com  ·  vamos construir.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 INTERNO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APENAS PARA VOCÊ — NÃO MOSTRAR À CLARA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Como pilotar a reunião.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Chega 15 min antes. Abra http://localhost:3000, /admin já logado, e Expo Go no celular. Garante que o demo funciona OFFLINE também — se o WiFi cair, você não trava.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ABERTURA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30632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comece pelos slides. Mostre o produto rodando primeiro (2-3 min). Depois SIM volta pro slide 1. Essa inversão muda toda a percepção: 'isso já existe' vs 'isso é proposta'.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RITMO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minuto por slide. Reunião inteira em 25-30 min de slides + 15 min de perguntas. Mais que isso e a Clara já decidiu, está sendo educada.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4069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LINGUAGEM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4389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'casa', 'voz', 'casa da cena' — palavras dela. NÃO use 'plataforma', 'ecossistema', 'verticais', 'stakeholders'. Tom de gravadora, não de consultoria.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5715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ela perguntar algo técnico (load test, RLS, etc), responde curto e devolve: 'mas o que importa pra você é X, e isso está resolvido'. Não vire palestra técnica.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09360" y="5394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SILÊNCIO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09360" y="57150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revelar o valor (R$ 180k), FIQUE EM SILÊNCIO. Quem fala primeiro depois do preço perde. Conte 7 segundos mentalmente. Espera a reação dela.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 INTERNO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Objeções prováveis.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"Tá caro."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49040" y="21945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com custo de oportunidade. Cada R$ de mídia paga rende menos em Shopify genérico. Projeto se paga em 4-6 meses só em eficiência de mídia. Se insistir, ofereça TROCA de escopo (só site, R$ 120k), nunca desconto puro.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"Por que não Shopify só?"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290779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 resolve loja. Não resolve Plantão (countdown, lineup, ingressos), nem Incubadora (form + A&amp;R), nem editorial, nem o app. Manter 5 plataformas = 5 vozes diferentes e 5 pontos de falha. Casa única é o cofre.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"Podemos fazer em fases?"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3621024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Sim. Fase 1 (site + CMS) R$ 120k. Fase 2 (app + integração) R$ 80k depois. MAS — perde economia de escopo. Fechando junto agora desconta R$ 20k e o cronograma encaixa pro Plantão.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334256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 se atrasar?"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4334256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Cronograma de 11 semanas tem buffer pra 13. Cláusula contratual: marco vencido em D+14 do prazo aciona renegociação automática. Você não fica refém, eu não fica preso a tarefa não-faturável.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50474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"Quem opera depois?"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5047488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Clara e o time, via CMS. Treinamento (8h) incluso. Se preferirem agência, pacote Starter R$ 8k/mês. Se preferirem internalizar, handoff zero atrito já está pago no projeto.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7607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"Quero ver portfólio."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57607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Esse projeto rodando É o portfólio. Aceite mandar 2-3 cases anteriores depois — mas redirecione: 'o que importa é que aqui você não está contratando proposta, está contratando produto que já testou'.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898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PLAYBOOK INTERNO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5F0E8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 que NUNCA dizer.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"Eu uso IA pra acelerar."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37760" y="219456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Diga: "Stack moderno, tooling de produção, ciclo curto de iteração." Resultado importa, processo não vende.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29077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"Vou cobrar por hora."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760" y="2907792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Diga: "Projeto fechado por valor entregue." Hora vira teto de margem, e cliente vira fiscal de planilha.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"Sem problema, eu faço isso de graça também."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3621024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Diga: "Isso é fora de escopo. Posso colocar num adendo de R$ X — quer?" Sem adendo escrito, não tem trabalho.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33425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"Posso entregar mais rápido se quiser."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4334256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Diga: "O cronograma já está calibrado. Posso rever o escopo se prazo for crítico." Velocidade prometida sem ajuste de escopo = você se queima.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5047488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"Outra agência cobra Y."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5047488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Nunca compare. Foque no valor do SEU projeto. Comparação só serve à concorrência.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7607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F3B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"Vou pensar e te mando depois."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5760720"/>
            <a:ext cx="6675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Diga: "Vamos decidir agora ou marcamos próxima reunião pra D+3." Inércia mata reunião.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30praum · Site + App · 2026</dc:title>
  <dc:subject>PptxGenJS Presentation</dc:subject>
  <dc:creator>30praum</dc:creator>
  <cp:lastModifiedBy>30praum</cp:lastModifiedBy>
  <cp:revision>1</cp:revision>
  <dcterms:created xsi:type="dcterms:W3CDTF">2026-05-17T16:34:45Z</dcterms:created>
  <dcterms:modified xsi:type="dcterms:W3CDTF">2026-05-17T16:34:45Z</dcterms:modified>
</cp:coreProperties>
</file>