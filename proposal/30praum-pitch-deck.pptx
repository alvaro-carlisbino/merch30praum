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54864" cy="5143500"/>
          </a:xfrm>
          <a:prstGeom prst="rect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PROPOSTA COMERCIAL ·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4C4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· MAIO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30PRAUM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C4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plataforma digital pra próxima década da casa.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63340"/>
            <a:ext cx="3657600" cy="0"/>
          </a:xfrm>
          <a:prstGeom prst="line">
            <a:avLst/>
          </a:prstGeom>
          <a:noFill/>
          <a:ln w="19050">
            <a:solidFill>
              <a:srgbClr val="D12D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462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APRESENTADO PARA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42748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Clara Mendes · CEO 30praum  ·  Diretoria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6405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APRESENTADO POR  ·  Alvaro Carlisbino · Founder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A DOR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MIL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acessos em 3 minutos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último drop. O site caiu.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274320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80160"/>
            <a:ext cx="54864" cy="2743200"/>
          </a:xfrm>
          <a:prstGeom prst="rect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173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aconteceu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4920" y="178308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Shopify Plus não aguenta drop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 Ingressos cobra ~8% por ingresso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 é o único canal de fã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 stack de selo. Não de holding.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A 30PRAUM HOJE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casa está pronta. A stack não.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1920240" cy="182880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STREAMS MATUÊ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950M+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XTRANHO ainda subindo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2194560"/>
            <a:ext cx="1920240" cy="182880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PÚBLICO PLANTÃO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9748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0" y="3429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Marina Park · Fortaleza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1920240" cy="182880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ANOS DE OPERAÇÃO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Fundada por Matuê + Clara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920240" cy="182880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ARTISTAS NO ROSTER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49440" y="3429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Matuê · Wiu · Teto · Brandão85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Vocês não precisam crescer. Vocês precisam de stack que aguente o tamanho que já têm.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O QUE VAMOS CONSTRUIR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Uma plataforma. Quatro frentes.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3840480" cy="118872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30praum.com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Vitrine, drops, álbuns, news — arquitetado pra aguentar pico de drop sem cair.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3840480" cy="118872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Loja própria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 e checkout sob controle. Shopify como ERP no backend.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840480" cy="118872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Ingressos Plantão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Checkout próprio que substitui ST. Taxa cai de ~8% pra ~3%.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840480" cy="1188720"/>
          </a:xfrm>
          <a:prstGeom prst="rect">
            <a:avLst/>
          </a:prstGeom>
          <a:solidFill>
            <a:srgbClr val="F5F4F1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Painel + workflow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 pra time da 30praum operar drops, pedidos e news com aprovação multi-pessoa.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· COMO ENTREGAMOS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Três fases. Cheques pequenos.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Fundação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914400" cy="0"/>
          </a:xfrm>
          <a:prstGeom prst="line">
            <a:avLst/>
          </a:prstGeom>
          <a:noFill/>
          <a:ln w="19050">
            <a:solidFill>
              <a:srgbClr val="D12D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Site + CMS + arquitetura drop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Prazo: 60 dias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R$ 68.000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Plantão sem ST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91840" y="2971800"/>
            <a:ext cx="914400" cy="0"/>
          </a:xfrm>
          <a:prstGeom prst="line">
            <a:avLst/>
          </a:prstGeom>
          <a:noFill/>
          <a:ln w="19050">
            <a:solidFill>
              <a:srgbClr val="D12D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Checkout próprio + workflow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Prazo: 45 dias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R$ 52.000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Blindagem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126480" y="2971800"/>
            <a:ext cx="914400" cy="0"/>
          </a:xfrm>
          <a:prstGeom prst="line">
            <a:avLst/>
          </a:prstGeom>
          <a:noFill/>
          <a:ln w="19050">
            <a:solidFill>
              <a:srgbClr val="D12D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LGPD + audit + segurança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Prazo: 30 dias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R$ 28.000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 TOTAL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617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R$ 148.000  ·  4 a 5 meses  ·  SLA R$ 28.000/mês (time fixo)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· TRÊS CAMINHOS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Vocês escolhem o ritmo.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256032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2103120"/>
            <a:ext cx="384048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2103120"/>
            <a:ext cx="3621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0" y="2103120"/>
            <a:ext cx="109728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2103120"/>
            <a:ext cx="877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2103120"/>
            <a:ext cx="118872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2103120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MENSAL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56032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4320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 · Piloto pago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743200"/>
            <a:ext cx="384048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743200"/>
            <a:ext cx="3621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90 dias · entrada pequena · perdem pouco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2743200"/>
            <a:ext cx="109728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2743200"/>
            <a:ext cx="877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R$ 48k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2743200"/>
            <a:ext cx="118872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2743200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R$ 7.5k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560320" cy="640080"/>
          </a:xfrm>
          <a:prstGeom prst="rect">
            <a:avLst/>
          </a:prstGeom>
          <a:solidFill>
            <a:srgbClr val="FFEEC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3832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 · Garantia — recomendado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383280"/>
            <a:ext cx="3840480" cy="640080"/>
          </a:xfrm>
          <a:prstGeom prst="rect">
            <a:avLst/>
          </a:prstGeom>
          <a:solidFill>
            <a:srgbClr val="FFEEC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3383280"/>
            <a:ext cx="3621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meses · money-back · time fixo no SLA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3383280"/>
            <a:ext cx="1097280" cy="640080"/>
          </a:xfrm>
          <a:prstGeom prst="rect">
            <a:avLst/>
          </a:prstGeom>
          <a:solidFill>
            <a:srgbClr val="FFEEC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3383280"/>
            <a:ext cx="877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R$ 148k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383280"/>
            <a:ext cx="1188720" cy="640080"/>
          </a:xfrm>
          <a:prstGeom prst="rect">
            <a:avLst/>
          </a:prstGeom>
          <a:solidFill>
            <a:srgbClr val="FFEEC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008" y="3383280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R$ 28k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256032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02336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 · Time embedded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023360"/>
            <a:ext cx="384048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27248" y="4023360"/>
            <a:ext cx="3621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entrega · Alvaro + Cauã fixos · escala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4023360"/>
            <a:ext cx="109728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4023360"/>
            <a:ext cx="877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5280" y="4023360"/>
            <a:ext cx="118872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4023360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R$ 22-42k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SLA da Proposta G inclui salário fixo do time (Alvaro + Cauã) · não é hora de dev · é folha terceirizada.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· O DINHEIRO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barato que contratar 2 internos.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ECONOMIA VS CLT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R$ 432k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ano vs 2 devs CLT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encargos, sem férias, sem rescisão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CONTRATAR CLT vs SLA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devs sêniores CLT/mês*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R$ 64.000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953512"/>
            <a:ext cx="3749040" cy="0"/>
          </a:xfrm>
          <a:prstGeom prst="line">
            <a:avLst/>
          </a:prstGeom>
          <a:noFill/>
          <a:ln w="381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SLA Proposta G/mês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R$ 28.000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319272"/>
            <a:ext cx="3749040" cy="0"/>
          </a:xfrm>
          <a:prstGeom prst="line">
            <a:avLst/>
          </a:prstGeom>
          <a:noFill/>
          <a:ln w="381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Diferença mensal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–R$ 36.000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685032"/>
            <a:ext cx="3749040" cy="0"/>
          </a:xfrm>
          <a:prstGeom prst="line">
            <a:avLst/>
          </a:prstGeom>
          <a:noFill/>
          <a:ln w="381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Economia anual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–R$ 432.000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4050792"/>
            <a:ext cx="3749040" cy="0"/>
          </a:xfrm>
          <a:prstGeom prst="line">
            <a:avLst/>
          </a:prstGeom>
          <a:noFill/>
          <a:ln w="3810">
            <a:solidFill>
              <a:srgbClr val="DE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4114800"/>
            <a:ext cx="3749040" cy="41148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ECONOMIA ANUAL EM EQUIPE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R$ 432.000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4577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* 2 devs sêniores em SP: R$ 18k salário + 80% encargos sociais = ~R$ 32k/mês cada. Soma R$ 64k/mês.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· O QUE VEM DEPOIS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termina aqui. Começa.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Conforme a operação amadurecer, módulos entram em fases futuras — sem compromisso agora.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mobile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 + Android, push de drop, carteira de ingressos com QR offline.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Clube de Fãs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Programa de fidelidade, drops antecipados, conteúdo exclusivo.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Incubadora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Triagem de novos artistas, contrato digital, onboarding estruturado.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703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Loja de digitais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Beats, samples, kits, presets — receita sem custo logístico.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Cotação separada quando fizer sentido. A stack inicial já comporta.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30PRAUM · PITCH COMERCIAL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64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10  ·  v1 · MAI 2026 · CONFIDENCIAL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house · Alvaro Carlisbino · Documento confidencial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12D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· PRÓXIMOS PASSOS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entramos em execução.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Reunião de alinhamento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 minutos com Clara + financeiro. Decisão de cenário.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Escopo detalhado em 5 dias úteis. DocuSign ou ClickSign.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365760" cy="365760"/>
          </a:xfrm>
          <a:prstGeom prst="ellipse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Kickoff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3154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Setup de infra + Slack compartilhado. Reunião de planejamento.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 em execução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0624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Demos quinzenais. Site novo + arquitetura drop em 60 dias.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 inicia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06240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Sustentação contínua desde o mês 2. On-call em drops.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54864" cy="5143500"/>
          </a:xfrm>
          <a:prstGeom prst="rect">
            <a:avLst/>
          </a:prstGeom>
          <a:solidFill>
            <a:srgbClr val="D12D3F"/>
          </a:solidFill>
          <a:ln w="12700">
            <a:solidFill>
              <a:srgbClr val="D12D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“Não é gravadora pra render mais.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D1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 gravadora pra durar mais.”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Clara Mendes, CEO 30praum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7863840" cy="0"/>
          </a:xfrm>
          <a:prstGeom prst="line">
            <a:avLst/>
          </a:prstGeom>
          <a:noFill/>
          <a:ln w="6350">
            <a:solidFill>
              <a:srgbClr val="7A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Alvaro Carlisbino · Founder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contato@[software-house].com.br  ·  +55 (XX) XXXXX-XXXX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7A7A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· MAIO 2026 · DOCUMENTO CONFIDENCIAL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30praum — Pitch Comercial</dc:title>
  <dc:subject>PptxGenJS Presentation</dc:subject>
  <dc:creator>Alvaro Carlisbino</dc:creator>
  <cp:lastModifiedBy>Alvaro Carlisbino</cp:lastModifiedBy>
  <cp:revision>1</cp:revision>
  <dcterms:created xsi:type="dcterms:W3CDTF">2026-05-16T21:46:50Z</dcterms:created>
  <dcterms:modified xsi:type="dcterms:W3CDTF">2026-05-16T21:46:50Z</dcterms:modified>
</cp:coreProperties>
</file>