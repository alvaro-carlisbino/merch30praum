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91695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spc="-10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0" y="44805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spc="30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OFICIAL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Gravadora  ·  Plantão  ·  Sabor  ·  Incubadora  ·  Parcerias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interna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1153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das maiores gravadoras</a:t>
            </a:r>
            <a:endParaRPr lang="en-US" sz="5400" dirty="0"/>
          </a:p>
          <a:p>
            <a:pPr indent="0" marL="0">
              <a:buNone/>
            </a:pPr>
            <a:r>
              <a:rPr lang="en-US" sz="5400" b="1" spc="-2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Brasil. Sem site oficial.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0120" y="3657600"/>
            <a:ext cx="10591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Plantão Festival divulgado só por destaques no Instagram.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10591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milionários (Renner, Raw, Kenner, Ed Hardy) sem vitrine própria.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60120" y="4663440"/>
            <a:ext cx="10591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invisível em busca — quem procura "30praum" não acha história nem artistas.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0120" y="5166360"/>
            <a:ext cx="10591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funil de incubadora. Submissão de demos era DM no Instagram.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central da holding.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endereço que comunica, conecta e sistematiza tudo o que a 30praum já é.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2453564" cy="155448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526280"/>
            <a:ext cx="24535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3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557784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9404" y="4389120"/>
            <a:ext cx="2453564" cy="155448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9404" y="4526280"/>
            <a:ext cx="24535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3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459404" y="557784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8728" y="4389120"/>
            <a:ext cx="2453564" cy="155448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8728" y="4526280"/>
            <a:ext cx="24535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3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278728" y="557784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051" y="4389120"/>
            <a:ext cx="2453564" cy="155448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051" y="4526280"/>
            <a:ext cx="24535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3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9098051" y="5577840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60958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Sombria.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Editorial. Cinematográfica.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8215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Anti-ruído. Anti-template. Tipografia conduz, foto ocupa o palco. Wordmark serif Cinzel, paleta near-black + branco, cursor customizado com "30" no hover.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61608" y="1097280"/>
            <a:ext cx="5090008" cy="31089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61608" y="1280160"/>
            <a:ext cx="509000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spc="-6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6461608" y="3291840"/>
            <a:ext cx="509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24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PRAUM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61608" y="4434840"/>
            <a:ext cx="1226782" cy="8229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1608" y="5303520"/>
            <a:ext cx="12267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· #03050A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52398" y="4434840"/>
            <a:ext cx="1226782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52398" y="5303520"/>
            <a:ext cx="12267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· #F5F5F5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043187" y="4434840"/>
            <a:ext cx="1226782" cy="822960"/>
          </a:xfrm>
          <a:prstGeom prst="rect">
            <a:avLst/>
          </a:prstGeom>
          <a:solidFill>
            <a:srgbClr val="8A8A8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3187" y="5303520"/>
            <a:ext cx="12267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· #8A8A8A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333977" y="4434840"/>
            <a:ext cx="1226782" cy="82296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3977" y="5303520"/>
            <a:ext cx="12267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· #262626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ROTA RAIZ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em cinco scrolls.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2743200"/>
            <a:ext cx="6705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Cinzel em tela cheia · vídeo Fortaleza ao fundo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3246120"/>
            <a:ext cx="6705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painéis cinemáticos · Matuê, Wiu, Teto, Brandão85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Drops em destaque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3749040"/>
            <a:ext cx="6705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releases puxando do registry de álbuns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 + Timeline 2016–2026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4251960"/>
            <a:ext cx="6705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950M streams · 30 mil presencial · 500 mil online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4754880"/>
            <a:ext cx="6705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Matuê + Clara Mendes · fotos oficiais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almas. Uma assinatura.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5257800"/>
            <a:ext cx="6705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final com as 4 fotos do roster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ARTISTAS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Roster imersivo.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em twist.com.br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painéis verticais lado a lado. Hover expande o painel ativo e contrai os irmãos — descoberta progressiva sem precisar clicar. Cada universo carrega cor, tipografia e motion próprios.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590724" cy="1965960"/>
          </a:xfrm>
          <a:prstGeom prst="rect">
            <a:avLst/>
          </a:prstGeom>
          <a:solidFill>
            <a:srgbClr val="03050A"/>
          </a:solidFill>
          <a:ln w="19050">
            <a:solidFill>
              <a:srgbClr val="1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7150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1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XTRANHO · cyber azul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3684" y="4160520"/>
            <a:ext cx="2590724" cy="1965960"/>
          </a:xfrm>
          <a:prstGeom prst="rect">
            <a:avLst/>
          </a:prstGeom>
          <a:solidFill>
            <a:srgbClr val="03050A"/>
          </a:solidFill>
          <a:ln w="19050">
            <a:solidFill>
              <a:srgbClr val="C850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0844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50844" y="57150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Global · burgundy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87288" y="4160520"/>
            <a:ext cx="2590724" cy="1965960"/>
          </a:xfrm>
          <a:prstGeom prst="rect">
            <a:avLst/>
          </a:prstGeom>
          <a:solidFill>
            <a:srgbClr val="03050A"/>
          </a:solidFill>
          <a:ln w="19050">
            <a:solidFill>
              <a:srgbClr val="C89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4448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4448" y="57150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C89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Global · kraft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0891" y="4160520"/>
            <a:ext cx="2590724" cy="1965960"/>
          </a:xfrm>
          <a:prstGeom prst="rect">
            <a:avLst/>
          </a:prstGeom>
          <a:solidFill>
            <a:srgbClr val="03050A"/>
          </a:solidFill>
          <a:ln w="19050">
            <a:solidFill>
              <a:srgbClr val="FF3B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051" y="53492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BRANDÃO85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8051" y="57150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F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Trap Vol.02 · xerox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/[ARTIST]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artista,</a:t>
            </a:r>
            <a:endParaRPr lang="en-US" sz="5000" dirty="0"/>
          </a:p>
          <a:p>
            <a:pPr indent="0" marL="0">
              <a:buNone/>
            </a:pPr>
            <a:r>
              <a:rPr lang="en-US" sz="50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conexão total.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+ bio + ficha técnica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3566160"/>
            <a:ext cx="6979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oficial em tela cheia, manifesto, dados-chave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 Embed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3977640"/>
            <a:ext cx="6979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oficial do álbum atual do artista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sociais reais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4389120"/>
            <a:ext cx="6979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· Instagram · TikTok · YouTube · Apple Music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Próximas datas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800600"/>
            <a:ext cx="6979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Puxa de /shows · filtrado pelo artista · 6 datas + CTA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Lookbook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5212080"/>
            <a:ext cx="6979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visual do universo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de merch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5623560"/>
            <a:ext cx="69796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Storefront API mock-first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do artista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/PLANTAO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anos.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de abril. Marina Park.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+ countdown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3703320"/>
            <a:ext cx="7345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aftermovie + contagem regressiva pro próximo Plantão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/lineup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06240" y="4160520"/>
            <a:ext cx="7345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tela cinematográfica por artista · scroll vertical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/ingressos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0" y="4617720"/>
            <a:ext cx="7345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Front Boladão / Front / VIP · embed ST Ingressos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/edicoes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5074920"/>
            <a:ext cx="7345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2024 · 2025 · 2026 com aftermovie e galeria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/info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06240" y="5532120"/>
            <a:ext cx="7345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oficial: regras, acessibilidade, faixa etária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Plantão Festival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/SABOR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EP virou meme.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Virou estampa. Vira sabor.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Microsite Sabor Matuê — primeira frente FMCG da holding 30praum. Lançamento verão 26/27.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2072579" cy="12801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09160"/>
            <a:ext cx="18896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 TUÊ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49819" y="4251960"/>
            <a:ext cx="2072579" cy="12801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1259" y="4709160"/>
            <a:ext cx="18896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VAMPIRO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59558" y="4251960"/>
            <a:ext cx="2072579" cy="12801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0998" y="4709160"/>
            <a:ext cx="18896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9297" y="4251960"/>
            <a:ext cx="2072579" cy="12801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737" y="4709160"/>
            <a:ext cx="18896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ÍCONE FASHION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79036" y="4251960"/>
            <a:ext cx="2072579" cy="1280160"/>
          </a:xfrm>
          <a:prstGeom prst="rect">
            <a:avLst/>
          </a:prstGeom>
          <a:solidFill>
            <a:srgbClr val="03050A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70476" y="4709160"/>
            <a:ext cx="188969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MÁQUINA DO TEMPO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Norte/Nordeste  →  Brasil  →  LATAM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Sabor Matuê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/INCUBADORA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porta para quem</a:t>
            </a:r>
            <a:endParaRPr lang="en-US" sz="4600" dirty="0"/>
          </a:p>
          <a:p>
            <a:pPr indent="0" marL="0">
              <a:buNone/>
            </a:pPr>
            <a:r>
              <a:rPr lang="en-US" sz="4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ainda não está dentro.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oficial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3657600"/>
            <a:ext cx="7619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 à 30praum, não vitrine de novos artistas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Formulário público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4160520"/>
            <a:ext cx="7619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URL · SoundCloud · história curta (até 500 chars)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Cases de processo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4663440"/>
            <a:ext cx="7619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Brandão85, Teto e Wiu — todos chegaram em conversa, não contrato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A&amp;R lê direto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5166360"/>
            <a:ext cx="7619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mensagem automática · sem prazo de retorno · resposta honesta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Incubadora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/PARCERIAS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case studies.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seis logos numa parede.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3515258" cy="1188720"/>
          </a:xfrm>
          <a:prstGeom prst="rect">
            <a:avLst/>
          </a:prstGeom>
          <a:solidFill>
            <a:srgbClr val="03050A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88620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Plantão Festival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próprio · Fortaleza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3657600"/>
            <a:ext cx="3515258" cy="1188720"/>
          </a:xfrm>
          <a:prstGeom prst="rect">
            <a:avLst/>
          </a:prstGeom>
          <a:solidFill>
            <a:srgbClr val="03050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1098" y="388620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Sabor Matuê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1098" y="434340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· verão 26/27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36357" y="3657600"/>
            <a:ext cx="3515258" cy="1188720"/>
          </a:xfrm>
          <a:prstGeom prst="rect">
            <a:avLst/>
          </a:prstGeom>
          <a:solidFill>
            <a:srgbClr val="03050A"/>
          </a:solidFill>
          <a:ln w="12700">
            <a:solidFill>
              <a:srgbClr val="E85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9237" y="388620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19237" y="434340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8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· 600 lojas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3515258" cy="1188720"/>
          </a:xfrm>
          <a:prstGeom prst="rect">
            <a:avLst/>
          </a:prstGeom>
          <a:solidFill>
            <a:srgbClr val="03050A"/>
          </a:solidFill>
          <a:ln w="12700">
            <a:solidFill>
              <a:srgbClr val="A82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5780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 Hardy × Matuê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82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Streetwear licenciado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38218" y="5029200"/>
            <a:ext cx="3515258" cy="1188720"/>
          </a:xfrm>
          <a:prstGeom prst="rect">
            <a:avLst/>
          </a:prstGeom>
          <a:solidFill>
            <a:srgbClr val="03050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1098" y="525780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21098" y="571500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7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Acessórios · rolling papers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5029200"/>
            <a:ext cx="3515258" cy="1188720"/>
          </a:xfrm>
          <a:prstGeom prst="rect">
            <a:avLst/>
          </a:prstGeom>
          <a:solidFill>
            <a:srgbClr val="03050A"/>
          </a:solidFill>
          <a:ln w="12700">
            <a:solidFill>
              <a:srgbClr val="3A5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9237" y="5257800"/>
            <a:ext cx="31494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19237" y="5715000"/>
            <a:ext cx="3149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3A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Calçado · Plantão limitado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&amp; SERVIÇO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rotas que serviam ao Instagram.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 moram em casa.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/shows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69080"/>
            <a:ext cx="33933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completa do roster — Plantão Festival, XTRANHO Tour (Matuê), Colapso Global Tour (Teto + Wiu) e Isso é Trap Vol.02 (Brandão85).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99178" y="338328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/news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99178" y="388620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9178" y="4069080"/>
            <a:ext cx="33933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oficial da gravadora. 8 posts mockados: anúncio do site, lineup Plantão, distribuidora própria, Sabor Matuê, incubadora, 333, Renner, WARZONE.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58277" y="338328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/imprensa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58277" y="388620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8277" y="4069080"/>
            <a:ext cx="33933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completo: logos, fotos high-res, bios pt-BR + en-US, media kit em PDF e contatos diretos (A&amp;R, booking, imprensa, parcerias).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&amp; serviço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OFICIAIS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placeholder</a:t>
            </a:r>
            <a:endParaRPr lang="en-US" sz="5000" dirty="0"/>
          </a:p>
          <a:p>
            <a:pPr indent="0" marL="0">
              <a:buNone/>
            </a:pPr>
            <a:r>
              <a:rPr lang="en-US" sz="50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pessoa-chave.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1752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6072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911535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Matuê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1752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4206240"/>
            <a:ext cx="5790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2025 · CC license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1091153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7520" y="4617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4617720"/>
            <a:ext cx="5790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 2025 + Carnaval de Olinda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91153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Wiu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17520" y="5029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Brasil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5029200"/>
            <a:ext cx="5790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 30praum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1091153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Brandão 85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1752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Brasil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5440680"/>
            <a:ext cx="5790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Berge · Divulgação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06440"/>
            <a:ext cx="1091153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852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Clara Mendes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017520" y="5852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Brasil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5852160"/>
            <a:ext cx="5790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oficial 30praum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6217920"/>
            <a:ext cx="10911535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oficiais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SEO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Vercel.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8229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531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React 19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 · Motion · Zustand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 · TypeScript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33008" y="260604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Tipografia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33008" y="3017520"/>
            <a:ext cx="8229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3008" y="3108960"/>
            <a:ext cx="531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Cinzel · serif do wordmark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· body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fontes por universo de artista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66344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8229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66360"/>
            <a:ext cx="531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 dinâmico (30 URLs)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robots.txt + Open Graph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cards + JSON-LD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3008" y="4663440"/>
            <a:ext cx="531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Conteúdo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33008" y="5074920"/>
            <a:ext cx="8229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3008" y="5166360"/>
            <a:ext cx="531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Mock-first: registries em lib/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Payload + Supabase (Fase 2)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 customizada · Cursor 30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SEO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88575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4800" dirty="0"/>
          </a:p>
          <a:p>
            <a:pPr indent="0" marL="0">
              <a:buNone/>
            </a:pPr>
            <a:r>
              <a:rPr lang="en-US" sz="4800" b="1" spc="-1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pós-launch.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3566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Fotos oficiais Wiu + Brandão85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0" y="3566160"/>
            <a:ext cx="5973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da assessoria de imprensa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4023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Shopify Storefront real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77840" y="4023360"/>
            <a:ext cx="5973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mock por env var SHOPIFY_TOKEN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4480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Payload CMS + Supabase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4480560"/>
            <a:ext cx="5973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edita release/lineup/news sem deploy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4937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de fan club + comunidade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4937760"/>
            <a:ext cx="5973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antecipado a drops e ingressos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5394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DNS cutover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5394960"/>
            <a:ext cx="5973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30praum.store → 30praum.com (loja vira /loja)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 · Site oficial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65215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05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1219169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spc="-8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0" y="411480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spc="2800" kern="0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manda é a 30praum.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6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30praum.com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30praum — Site Oficial · Apresentação 2026</dc:title>
  <dc:subject>PptxGenJS Presentation</dc:subject>
  <dc:creator>30praum</dc:creator>
  <cp:lastModifiedBy>30praum</cp:lastModifiedBy>
  <cp:revision>1</cp:revision>
  <dcterms:created xsi:type="dcterms:W3CDTF">2026-05-11T23:06:56Z</dcterms:created>
  <dcterms:modified xsi:type="dcterms:W3CDTF">2026-05-11T23:06:56Z</dcterms:modified>
</cp:coreProperties>
</file>